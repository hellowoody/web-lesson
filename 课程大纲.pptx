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88" r:id="rId3"/>
    <p:sldId id="3311" r:id="rId5"/>
    <p:sldId id="3320" r:id="rId6"/>
    <p:sldId id="3305" r:id="rId7"/>
    <p:sldId id="3306" r:id="rId8"/>
    <p:sldId id="3307" r:id="rId9"/>
    <p:sldId id="3308" r:id="rId10"/>
    <p:sldId id="3309" r:id="rId11"/>
    <p:sldId id="3310" r:id="rId12"/>
    <p:sldId id="3312" r:id="rId13"/>
    <p:sldId id="3328" r:id="rId14"/>
  </p:sldIdLst>
  <p:sldSz cx="12192000" cy="6858000"/>
  <p:notesSz cx="6858000" cy="9144000"/>
  <p:custDataLst>
    <p:tags r:id="rId18"/>
  </p:custData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5" autoAdjust="0"/>
    <p:restoredTop sz="64522" autoAdjust="0"/>
  </p:normalViewPr>
  <p:slideViewPr>
    <p:cSldViewPr snapToGrid="0">
      <p:cViewPr varScale="1">
        <p:scale>
          <a:sx n="44" d="100"/>
          <a:sy n="44" d="100"/>
        </p:scale>
        <p:origin x="11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474FC-3557-44FE-9622-3D707AE502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71EBB-5702-4112-B43E-47A3A97D2AFD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TODO:</a:t>
            </a:r>
            <a:r>
              <a:rPr lang="zh-TW" altLang="en-US" dirty="0"/>
              <a:t> </a:t>
            </a:r>
            <a:r>
              <a:rPr lang="en-US" altLang="zh-TW" dirty="0"/>
              <a:t>Add figure 01</a:t>
            </a:r>
            <a:endParaRPr lang="en-US" altLang="zh-TW" dirty="0"/>
          </a:p>
          <a:p>
            <a:r>
              <a:rPr lang="zh-TW" altLang="en-US" b="0" i="0" dirty="0">
                <a:solidFill>
                  <a:srgbClr val="0D0D0D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哥雷姆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======</a:t>
            </a:r>
            <a:endParaRPr lang="en-US" altLang="zh-TW" dirty="0"/>
          </a:p>
          <a:p>
            <a:r>
              <a:rPr lang="en-US" altLang="zh-TW" dirty="0"/>
              <a:t>Typically in AI, an agent refers to an artificial entity capable of perceiving its surroundings using sensors, making decisions, and then taking actions in response using actuators</a:t>
            </a:r>
            <a:endParaRPr lang="en-US" altLang="zh-TW" dirty="0"/>
          </a:p>
          <a:p>
            <a:r>
              <a:rPr lang="en-US" altLang="zh-TW" dirty="0"/>
              <a:t>The concept of agents originated in Philosophy, with roots tracing back to thinkers like Aristotle and Hume [5]. It describes entities possessing desires, beliefs, intentions, and the ability to take actions [5].</a:t>
            </a:r>
            <a:endParaRPr lang="en-US" altLang="zh-TW" dirty="0"/>
          </a:p>
          <a:p>
            <a:r>
              <a:rPr lang="en-US" altLang="zh-TW" dirty="0"/>
              <a:t>This idea transitioned into computer science, intending to enable computers to understand users’ interests and autonomously perform actions on their behalf</a:t>
            </a:r>
            <a:endParaRPr lang="en-US" altLang="zh-TW" dirty="0"/>
          </a:p>
          <a:p>
            <a:r>
              <a:rPr lang="en-US" altLang="zh-TW" dirty="0"/>
              <a:t>“agent” is an entity with the capacity to act,</a:t>
            </a:r>
            <a:endParaRPr lang="zh-TW" altLang="en-US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========</a:t>
            </a:r>
            <a:endParaRPr lang="en-US" altLang="zh-TW" dirty="0"/>
          </a:p>
          <a:p>
            <a:r>
              <a:rPr lang="zh-TW" altLang="en-US" dirty="0"/>
              <a:t>甚么是 </a:t>
            </a:r>
            <a:r>
              <a:rPr lang="en-US" altLang="zh-TW" dirty="0"/>
              <a:t>agent </a:t>
            </a:r>
            <a:endParaRPr lang="en-US" altLang="zh-TW" dirty="0"/>
          </a:p>
          <a:p>
            <a:r>
              <a:rPr lang="zh-TW" altLang="en-US" dirty="0"/>
              <a:t>规划 </a:t>
            </a:r>
            <a:r>
              <a:rPr lang="en-US" altLang="zh-TW" dirty="0"/>
              <a:t>(</a:t>
            </a:r>
            <a:r>
              <a:rPr lang="zh-TW" altLang="en-US" dirty="0"/>
              <a:t>修改规划</a:t>
            </a:r>
            <a:r>
              <a:rPr lang="en-US" altLang="zh-TW" dirty="0"/>
              <a:t>)</a:t>
            </a:r>
            <a:endParaRPr lang="en-US" altLang="zh-TW" dirty="0"/>
          </a:p>
          <a:p>
            <a:r>
              <a:rPr lang="zh-TW" altLang="en-US" dirty="0"/>
              <a:t>记忆 </a:t>
            </a:r>
            <a:r>
              <a:rPr lang="en-US" altLang="zh-TW" dirty="0"/>
              <a:t>(</a:t>
            </a:r>
            <a:r>
              <a:rPr lang="zh-TW" altLang="en-US" dirty="0"/>
              <a:t>诠释记忆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644529-B146-4157-9A6D-03B1271FDBB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不一定是最能强化模型的方法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2459-C233-4809-96A6-E4C316B742BE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不一定是最能强化模型的方法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2459-C233-4809-96A6-E4C316B742BE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不一定是最能强化模型的方法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2459-C233-4809-96A6-E4C316B742BE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不一定是最能强化模型的方法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2459-C233-4809-96A6-E4C316B742BE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不一定是最能强化模型的方法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2459-C233-4809-96A6-E4C316B742BE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不一定是最能强化模型的方法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2459-C233-4809-96A6-E4C316B742BE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不一定是最能强化模型的方法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2459-C233-4809-96A6-E4C316B742BE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不一定是最能强化模型的方法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2459-C233-4809-96A6-E4C316B742BE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C8FDA-2815-470A-A7E9-0FE4F9AEFE0B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187E6-E344-4EEB-B28F-458011C09EE7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螢幕擷取畫面, 卡通, 圓形, 藝術 的圖片&#10;&#10;自動產生的描述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4" t="4851" r="25862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5610" y="939165"/>
            <a:ext cx="5660390" cy="2770505"/>
          </a:xfrm>
        </p:spPr>
        <p:txBody>
          <a:bodyPr anchor="b">
            <a:normAutofit/>
          </a:bodyPr>
          <a:lstStyle/>
          <a:p>
            <a:pPr algn="l"/>
            <a:r>
              <a:rPr sz="5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2周实训</a:t>
            </a:r>
            <a:br>
              <a:rPr sz="5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br>
              <a:rPr sz="32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sz="28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python数据分析项目综合实践</a:t>
            </a:r>
            <a:endParaRPr sz="28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涉及的编程语言以及技术？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1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Python,Scrapy,Html5,CSS,JavaScript,Nodejs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C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爬虫</a:t>
            </a:r>
            <a:r>
              <a:rPr lang="en-US" altLang="zh-CN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Scrapy </a:t>
            </a:r>
            <a:r>
              <a:rPr lang="zh-CN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和</a:t>
            </a:r>
            <a:r>
              <a:rPr lang="en-US" altLang="zh-CN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 Nodejs</a:t>
            </a:r>
            <a:endParaRPr lang="en-US" altLang="zh-CN" sz="2400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endParaRPr lang="en-US" altLang="zh-CN" sz="2400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r>
              <a:rPr lang="en-US" altLang="zh-CN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ECharts可视化图表库</a:t>
            </a:r>
            <a:endParaRPr lang="en-US" altLang="zh-CN" sz="2400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endParaRPr lang="en-US" altLang="zh-CN" sz="2400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r>
              <a:rPr lang="en-US" altLang="zh-CN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Dom</a:t>
            </a:r>
            <a:r>
              <a:rPr lang="zh-CN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操作，画板</a:t>
            </a:r>
            <a:r>
              <a:rPr lang="en-US" altLang="zh-CN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Canvas</a:t>
            </a:r>
            <a:r>
              <a:rPr lang="zh-CN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的编程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 algn="l">
              <a:buClrTx/>
              <a:buSzTx/>
            </a:pPr>
            <a:endParaRPr lang="zh-CN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课程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目的？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Python Javascript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等语法复习，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温故知新</a:t>
            </a:r>
            <a:endParaRPr lang="zh-CN" altLang="en-US" sz="2800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endParaRPr lang="zh-CN" altLang="zh-TW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r>
              <a:rPr lang="zh-CN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了解网站的静态渲染和动态渲染区别</a:t>
            </a:r>
            <a:endParaRPr lang="zh-CN" altLang="zh-TW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endParaRPr lang="zh-CN" altLang="en-US" sz="2800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H5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网页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的可视化实现</a:t>
            </a:r>
            <a:endParaRPr lang="zh-CN" altLang="en-US" sz="2800" dirty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endParaRPr lang="zh-CN" alt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 algn="l">
              <a:buClrTx/>
              <a:buSzTx/>
            </a:pPr>
            <a:endParaRPr lang="zh-CN" alt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</a:t>
            </a:r>
            <a:r>
              <a:rPr lang="zh-C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安装</a:t>
            </a:r>
            <a:r>
              <a:rPr lang="zh-C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软件</a:t>
            </a:r>
            <a:endParaRPr lang="zh-CN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993906" y="4262508"/>
            <a:ext cx="867408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Miniconda   https://docs.anaconda.com/miniconda/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4"/>
          <p:cNvSpPr txBox="1"/>
          <p:nvPr/>
        </p:nvSpPr>
        <p:spPr>
          <a:xfrm>
            <a:off x="1950091" y="4991488"/>
            <a:ext cx="8674086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Visual Studio Code   https://code.visualstudio.com/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558020" cy="2387600"/>
          </a:xfrm>
        </p:spPr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创建一个</a:t>
            </a:r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python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虚拟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环境</a:t>
            </a:r>
            <a:endParaRPr lang="zh-CN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1445" y="4153535"/>
            <a:ext cx="68491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# conda create --name 虚拟环境名称 python=</a:t>
            </a:r>
            <a:r>
              <a:rPr lang="en-US" altLang="zh-CN"/>
              <a:t>=</a:t>
            </a:r>
            <a:r>
              <a:rPr lang="zh-CN" altLang="en-US"/>
              <a:t>版本号</a:t>
            </a:r>
            <a:endParaRPr lang="zh-CN" altLang="en-US"/>
          </a:p>
          <a:p>
            <a:r>
              <a:rPr lang="zh-CN" altLang="en-US"/>
              <a:t>  </a:t>
            </a:r>
            <a:endParaRPr lang="zh-CN" altLang="en-US"/>
          </a:p>
          <a:p>
            <a:r>
              <a:rPr lang="zh-CN" altLang="en-US"/>
              <a:t>conda create --name </a:t>
            </a:r>
            <a:r>
              <a:rPr lang="en-US" altLang="zh-CN"/>
              <a:t>py</a:t>
            </a:r>
            <a:r>
              <a:rPr lang="zh-CN" altLang="en-US"/>
              <a:t>_learn python=</a:t>
            </a:r>
            <a:r>
              <a:rPr lang="en-US" altLang="zh-CN"/>
              <a:t>=</a:t>
            </a:r>
            <a:r>
              <a:rPr lang="zh-CN" altLang="en-US"/>
              <a:t>3.</a:t>
            </a:r>
            <a:r>
              <a:rPr lang="en-US" altLang="zh-CN"/>
              <a:t>10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列出所有虚拟环境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524006" y="4262508"/>
            <a:ext cx="867408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conda info --envs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激活/切换虚拟环境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890010" y="4381500"/>
            <a:ext cx="583057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# conda activate 虚拟环境名称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l"/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conda activate 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py_learn</a:t>
            </a:r>
            <a:endParaRPr lang="zh-CN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5. 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退出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虚拟环境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786505" y="4262755"/>
            <a:ext cx="569722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# conda deactivate 虚拟环境名称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l"/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conda deactivate 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</a:t>
            </a:r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_learn 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6. 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其他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conda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命令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28875" y="4325620"/>
            <a:ext cx="77057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其他命令官网地址</a:t>
            </a:r>
            <a:endParaRPr lang="zh-CN" altLang="en-US"/>
          </a:p>
          <a:p>
            <a:pPr algn="ctr"/>
            <a:r>
              <a:rPr lang="zh-CN" altLang="en-US"/>
              <a:t>https://docs.conda.io/projects/conda/en/latest/commands/index.html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7. 安装JupyterLab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740535" y="4262755"/>
            <a:ext cx="9363710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pip install jupyterlab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8. 启动JupyterLab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436745" y="4262755"/>
            <a:ext cx="4209415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# 切换到conda的虚拟环境 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l"/>
            <a:r>
              <a:rPr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jupyter lab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ags/tag1.xml><?xml version="1.0" encoding="utf-8"?>
<p:tagLst xmlns:p="http://schemas.openxmlformats.org/presentationml/2006/main">
  <p:tag name="commondata" val="eyJoZGlkIjoiMGExYTdiMGM3ZTRlYTA1YmE4MjQ3Y2IyY2VmYjhkNDkifQ=="/>
</p:tagLst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WPS 文字</Application>
  <PresentationFormat>寬螢幕</PresentationFormat>
  <Paragraphs>63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宋体</vt:lpstr>
      <vt:lpstr>Wingdings</vt:lpstr>
      <vt:lpstr>Microsoft JhengHei</vt:lpstr>
      <vt:lpstr>汉仪中简黑简</vt:lpstr>
      <vt:lpstr>Calibri</vt:lpstr>
      <vt:lpstr>PMingLiU</vt:lpstr>
      <vt:lpstr>Helvetica Neue</vt:lpstr>
      <vt:lpstr>微软雅黑</vt:lpstr>
      <vt:lpstr>汉仪旗黑</vt:lpstr>
      <vt:lpstr>宋体</vt:lpstr>
      <vt:lpstr>Arial Unicode MS</vt:lpstr>
      <vt:lpstr>PMingLiU</vt:lpstr>
      <vt:lpstr>宋体-繁</vt:lpstr>
      <vt:lpstr>Calibri Light</vt:lpstr>
      <vt:lpstr>等线</vt:lpstr>
      <vt:lpstr>汉仪中等线KW</vt:lpstr>
      <vt:lpstr>Aptos</vt:lpstr>
      <vt:lpstr>苹方-简</vt:lpstr>
      <vt:lpstr>Calibri</vt:lpstr>
      <vt:lpstr>汉仪书宋二KW</vt:lpstr>
      <vt:lpstr>1_Office 佈景主題</vt:lpstr>
      <vt:lpstr>从零开始构建3D相册</vt:lpstr>
      <vt:lpstr>涉及的编程语言以及技术？</vt:lpstr>
      <vt:lpstr>学完课程能干什么？</vt:lpstr>
      <vt:lpstr>1. 安装软件</vt:lpstr>
      <vt:lpstr>2. 创建一个标准H5页面</vt:lpstr>
      <vt:lpstr>3. Html,CSS简介</vt:lpstr>
      <vt:lpstr>5. JavaScript 基础编程</vt:lpstr>
      <vt:lpstr>6. Canvas编程</vt:lpstr>
      <vt:lpstr>7. 3D相册实例编写</vt:lpstr>
      <vt:lpstr>8. 作业</vt:lpstr>
      <vt:lpstr>7. 安装JupyterLab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今日的生成式人工智慧 厲害在哪裡</dc:title>
  <dc:creator>Hung-yi Lee</dc:creator>
  <cp:lastModifiedBy>woody</cp:lastModifiedBy>
  <cp:revision>111</cp:revision>
  <dcterms:created xsi:type="dcterms:W3CDTF">2024-08-22T07:38:46Z</dcterms:created>
  <dcterms:modified xsi:type="dcterms:W3CDTF">2024-08-22T07:38:46Z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411A062D66B7826C1B256066202431A3_42</vt:lpwstr>
  </property>
  <property fmtid="{D5CDD505-2E9C-101B-9397-08002B2CF9AE}" pid="3" name="KSOProductBuildVer">
    <vt:lpwstr>2052-6.7.1.8828</vt:lpwstr>
  </property>
</Properties>
</file>